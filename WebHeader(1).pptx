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F313E-6BA9-D956-F031-CEECE5EA0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8837D2-C527-723A-204A-126E5C1F6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67A052-34D6-E64D-5DD0-D56BDC597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CDD8-135B-48D9-A80C-9095EE849323}" type="datetimeFigureOut">
              <a:rPr lang="ko-KR" altLang="en-US" smtClean="0"/>
              <a:t>2023-04-21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B6251F-9D33-EE94-6FB1-D4A91AEA6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7E408F-4ED5-FE78-9021-CE64A15B7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84D7-7907-4894-A7BB-ACDE2A0AE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458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9D2F6-7EC6-318C-CB59-78616675C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F05745-38F2-D327-38C8-DAED1C43B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E3EBE9-B91D-4B90-093A-79F75D0E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CDD8-135B-48D9-A80C-9095EE849323}" type="datetimeFigureOut">
              <a:rPr lang="ko-KR" altLang="en-US" smtClean="0"/>
              <a:t>2023-04-21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7783D4-E7F8-BA7C-297D-BB24ADAA7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589E10-32EE-92F5-6A05-743EB8540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84D7-7907-4894-A7BB-ACDE2A0AE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167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0157D3-8279-7BD5-069C-AE743C84B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86716A-C218-BD20-62BA-44044A0A4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DF3198-A08F-4830-49F8-7FBFAAA43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CDD8-135B-48D9-A80C-9095EE849323}" type="datetimeFigureOut">
              <a:rPr lang="ko-KR" altLang="en-US" smtClean="0"/>
              <a:t>2023-04-21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08256-70B2-F456-0A5E-A0CBE368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4E171B-796D-A648-681B-15ADDCFAB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84D7-7907-4894-A7BB-ACDE2A0AE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991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EFD6C-2CFC-7150-3D36-737FDD79C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A216A4-74B3-F495-B732-30E54EA1D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30A001-CF42-1089-F620-2C37E5292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9D19C1-B51F-0698-6EE3-1112FFB5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CDD8-135B-48D9-A80C-9095EE849323}" type="datetimeFigureOut">
              <a:rPr lang="ko-KR" altLang="en-US" smtClean="0"/>
              <a:t>2023-04-21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44AC44-69D6-3258-6F57-8B79BEDE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53BED6-6113-BF80-CA4F-05BD431A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84D7-7907-4894-A7BB-ACDE2A0AE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073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BCC492-E5CC-B7EA-1545-048C66C5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E552EB-F91D-D1B7-C7B2-075F41976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06DB7D-B34E-335B-446F-B7D7ECCC9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2D0988-F6AB-067A-8A83-AD50F7D53A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DDF5C0-137F-FBDD-6CBF-68303AB82D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650090-F287-E2C3-35EF-2797B653A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CDD8-135B-48D9-A80C-9095EE849323}" type="datetimeFigureOut">
              <a:rPr lang="ko-KR" altLang="en-US" smtClean="0"/>
              <a:t>2023-04-21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B6A305-5D55-E4BE-9E45-E99B0D12B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CF88E7A-0A90-AF8F-851A-373D3789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84D7-7907-4894-A7BB-ACDE2A0AE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0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FCA31-F74F-DF11-F355-366EAC285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DFB179-7262-C251-9508-AFF2C1840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CDD8-135B-48D9-A80C-9095EE849323}" type="datetimeFigureOut">
              <a:rPr lang="ko-KR" altLang="en-US" smtClean="0"/>
              <a:t>2023-04-21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EFD64B-34DF-1A80-D2D3-823002399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A5A549-58B9-B4E3-9D67-B82D818E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84D7-7907-4894-A7BB-ACDE2A0AE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36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AEFE84-FB83-2537-80C0-219984121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CDD8-135B-48D9-A80C-9095EE849323}" type="datetimeFigureOut">
              <a:rPr lang="ko-KR" altLang="en-US" smtClean="0"/>
              <a:t>2023-04-21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C6E72E-5865-2FFC-0F37-5F49179CF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ECB84B-8C94-9BD1-7C62-574582E24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84D7-7907-4894-A7BB-ACDE2A0AE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531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C1CDD-EEF4-48E6-C7F0-9B9AB3146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9776CE-7C4F-A9DE-5734-66570343C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E563BF-7C52-69BE-463E-E199C8084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495687-D13E-288C-EB61-81C310E7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CDD8-135B-48D9-A80C-9095EE849323}" type="datetimeFigureOut">
              <a:rPr lang="ko-KR" altLang="en-US" smtClean="0"/>
              <a:t>2023-04-21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F8C37F-DBB5-A990-EAF2-C7D389F9C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E7194E-ADF0-163C-27F2-B19B72D81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84D7-7907-4894-A7BB-ACDE2A0AE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74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A11068-B5A6-BA41-F84E-2316C4A5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D554B7C-CC8F-FFC0-AE02-B1CA66B4E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A13099-6E98-A23C-C994-702024861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B59247-0297-7CE1-13F7-CB43DC476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CDD8-135B-48D9-A80C-9095EE849323}" type="datetimeFigureOut">
              <a:rPr lang="ko-KR" altLang="en-US" smtClean="0"/>
              <a:t>2023-04-21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BCBC11-89F4-0C48-C930-FEA8AB200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FFB85C-51D1-E59E-5497-09765A046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84D7-7907-4894-A7BB-ACDE2A0AE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1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51188-EF5B-7F07-6124-C5640A580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44594A-67EB-BA69-A768-EAF2585CD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EE6C5-A630-693B-0714-0771D960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CDD8-135B-48D9-A80C-9095EE849323}" type="datetimeFigureOut">
              <a:rPr lang="ko-KR" altLang="en-US" smtClean="0"/>
              <a:t>2023-04-21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874109-98C6-FEBD-6A15-6C86CDE8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5D063-358C-EDAA-F096-51C1BA7E3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84D7-7907-4894-A7BB-ACDE2A0AE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424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1411A5-A34A-64F0-F752-0478945182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7148B5-EF37-296A-BCE5-DFFB08CE0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458F6E-6EEA-218E-E50A-72461098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CDD8-135B-48D9-A80C-9095EE849323}" type="datetimeFigureOut">
              <a:rPr lang="ko-KR" altLang="en-US" smtClean="0"/>
              <a:t>2023-04-21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DAABC8-0325-DAF1-F986-97F3933F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C99224-CA14-75A8-736D-968B401C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E84D7-7907-4894-A7BB-ACDE2A0AE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32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49E5B9-FC4E-2095-2BE6-9146AA485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5A1FC1-D5E0-9485-9BF5-47473CB41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820F1A-6695-9D10-42A8-711021067D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DCDD8-135B-48D9-A80C-9095EE849323}" type="datetimeFigureOut">
              <a:rPr lang="ko-KR" altLang="en-US" smtClean="0"/>
              <a:t>2023-04-21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EF0AEF-A5EF-6C1D-91B7-0D0953481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A5720B-DA28-8692-462D-A6EE93F2E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E84D7-7907-4894-A7BB-ACDE2A0AE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8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5F0AB87-0E8E-C0A9-99BE-B1028095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254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User-Agent</a:t>
            </a:r>
            <a:endParaRPr lang="ko-KR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7F469BB-4FC2-961A-1955-2B71A6CD9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116"/>
            <a:ext cx="11207620" cy="512875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 소프트웨어를 식별할 수 있는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header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(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</a:t>
            </a:r>
            <a:r>
              <a:rPr lang="ko-KR" altLang="en-US" sz="2000" dirty="0" err="1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웹브라우저의</a:t>
            </a:r>
            <a:r>
              <a:rPr lang="ko-KR" altLang="en-US" sz="20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이름과 버전이 표시</a:t>
            </a:r>
            <a:r>
              <a:rPr lang="en-US" altLang="ko-KR" sz="20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브라우저가 실행 중인 시스템 환경 등 </a:t>
            </a:r>
            <a:endParaRPr lang="en-US" altLang="ko-KR" sz="20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모바일 애플리케이션 등 웹 요청을 수행하는 클라이언트들은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user-agent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자신의 정보를 보내어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웹 애플리케이션이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header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내용을 확인하고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header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따라 다르게 동작 할 수 있도록 해 줌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User-Agent header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값을 확인하여 검색 엔진을 제어 할 수 있음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User-Agent header</a:t>
            </a:r>
            <a:r>
              <a:rPr lang="ko-KR" altLang="en-US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에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따라 서버의 동작이 달라짐 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-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어떤 앱들은 호환성을 위해 다른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User-agent</a:t>
            </a:r>
            <a:r>
              <a:rPr lang="ko-KR" altLang="en-US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정보를 사용하기도 함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악성 봇들이나 자동화 프로그램도 가짜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user-agent</a:t>
            </a:r>
            <a:r>
              <a:rPr lang="ko-KR" altLang="en-US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header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사용하는 경우가 많은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User agent spoofing : User-Agent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조작하는 것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0104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5F0AB87-0E8E-C0A9-99BE-B1028095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254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Accept: text/html, application/</a:t>
            </a:r>
            <a:r>
              <a:rPr lang="en-US" altLang="ko-K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xtml+xml</a:t>
            </a:r>
            <a:endParaRPr lang="ko-KR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7F469BB-4FC2-961A-1955-2B71A6CD9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116"/>
            <a:ext cx="11207620" cy="12671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클라이언트가 어떤 컨텐츠 타입을 처리할 수 있는지 서버에게 알려줌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여러 개의 값이 전달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서버는 이 헤더에 저장된 타입 중에서 하나는 정하여 응답 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제목 3">
            <a:extLst>
              <a:ext uri="{FF2B5EF4-FFF2-40B4-BE49-F238E27FC236}">
                <a16:creationId xmlns:a16="http://schemas.microsoft.com/office/drawing/2014/main" id="{4CF43402-D91E-2294-3A70-31A21390F5F8}"/>
              </a:ext>
            </a:extLst>
          </p:cNvPr>
          <p:cNvSpPr txBox="1">
            <a:spLocks/>
          </p:cNvSpPr>
          <p:nvPr/>
        </p:nvSpPr>
        <p:spPr>
          <a:xfrm>
            <a:off x="838200" y="2646460"/>
            <a:ext cx="10515600" cy="782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Accept-Language:en-US</a:t>
            </a:r>
            <a:r>
              <a:rPr lang="en-US" altLang="ko-K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ko-KR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제목 3">
            <a:extLst>
              <a:ext uri="{FF2B5EF4-FFF2-40B4-BE49-F238E27FC236}">
                <a16:creationId xmlns:a16="http://schemas.microsoft.com/office/drawing/2014/main" id="{DCE24D1C-A5F6-EC2C-BEF1-92B9E0CB9BBE}"/>
              </a:ext>
            </a:extLst>
          </p:cNvPr>
          <p:cNvSpPr txBox="1">
            <a:spLocks/>
          </p:cNvSpPr>
          <p:nvPr/>
        </p:nvSpPr>
        <p:spPr>
          <a:xfrm>
            <a:off x="838200" y="4260039"/>
            <a:ext cx="10515600" cy="782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Accept-Encoding </a:t>
            </a:r>
            <a:endParaRPr lang="ko-KR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3B2C3A91-65AC-3C9A-11BD-724EC1A2D6A1}"/>
              </a:ext>
            </a:extLst>
          </p:cNvPr>
          <p:cNvSpPr txBox="1">
            <a:spLocks/>
          </p:cNvSpPr>
          <p:nvPr/>
        </p:nvSpPr>
        <p:spPr>
          <a:xfrm>
            <a:off x="838200" y="5132452"/>
            <a:ext cx="11207620" cy="549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클라이언트가 처리할 수 있는 인코딩 방식이나 압축 알고리즘에 대한 정보를 알려줌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5159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5F0AB87-0E8E-C0A9-99BE-B10280957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Referer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7F469BB-4FC2-961A-1955-2B71A6CD9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이전 웹페이지의 주소를 알려줌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웹페이지의 링크를 눌러 새로운 페이지를 요청하는 경우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-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새로운 페이지의 주소가 요청</a:t>
            </a:r>
            <a:r>
              <a:rPr lang="ko-KR" altLang="en-US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URI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되고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-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링크를 제공한 페이지 주소가 </a:t>
            </a:r>
            <a:r>
              <a:rPr lang="en-US" altLang="ko-KR" sz="20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referer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헤더를 통해 표시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Referer</a:t>
            </a:r>
            <a:r>
              <a:rPr lang="ko-KR" altLang="en-US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header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참조하면 해당 요청이 내부에서 요청된 것인지 외부에서 요청된 것인지 알 수 있음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CSRF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공격의 대응 방법 중 하나로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referrer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 값을 검사하기도 함 </a:t>
            </a:r>
          </a:p>
        </p:txBody>
      </p:sp>
    </p:spTree>
    <p:extLst>
      <p:ext uri="{BB962C8B-B14F-4D97-AF65-F5344CB8AC3E}">
        <p14:creationId xmlns:p14="http://schemas.microsoft.com/office/powerpoint/2010/main" val="2267067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5F0AB87-0E8E-C0A9-99BE-B10280957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Content-Type, Content-Length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7F469BB-4FC2-961A-1955-2B71A6CD9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29" y="1494746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Body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존재하는 경우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Body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종류와 길이를 알려주는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header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 메시지와 응답 메시지 둘 다 사용할 수 있음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endParaRPr lang="ko-KR" altLang="en-US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406FAE75-D0E5-2EEB-18E1-57557D424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982629"/>
              </p:ext>
            </p:extLst>
          </p:nvPr>
        </p:nvGraphicFramePr>
        <p:xfrm>
          <a:off x="1313542" y="2820309"/>
          <a:ext cx="9715242" cy="2935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34319">
                  <a:extLst>
                    <a:ext uri="{9D8B030D-6E8A-4147-A177-3AD203B41FA5}">
                      <a16:colId xmlns:a16="http://schemas.microsoft.com/office/drawing/2014/main" val="1457917411"/>
                    </a:ext>
                  </a:extLst>
                </a:gridCol>
                <a:gridCol w="5980923">
                  <a:extLst>
                    <a:ext uri="{9D8B030D-6E8A-4147-A177-3AD203B41FA5}">
                      <a16:colId xmlns:a16="http://schemas.microsoft.com/office/drawing/2014/main" val="3160970705"/>
                    </a:ext>
                  </a:extLst>
                </a:gridCol>
              </a:tblGrid>
              <a:tr h="1341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Application/x-www-form-</a:t>
                      </a:r>
                      <a:r>
                        <a:rPr lang="en-US" altLang="ko-K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urlencoded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아스키 문자로 표현 할 수 있는 데이터는 전송 시 사용 </a:t>
                      </a:r>
                      <a:endParaRPr lang="en-US" altLang="ko-KR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latinLnBrk="1"/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여러 개의 문자를 보낼 때 </a:t>
                      </a:r>
                      <a:r>
                        <a:rPr lang="en-US" altLang="ko-KR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&amp;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로 구분 </a:t>
                      </a:r>
                      <a:endParaRPr lang="en-US" altLang="ko-KR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latinLnBrk="1"/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가장 많이 쓰이는 형태 </a:t>
                      </a:r>
                      <a:endParaRPr lang="en-US" altLang="ko-KR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latinLnBrk="1"/>
                      <a:r>
                        <a:rPr lang="en-US" altLang="ko-KR" sz="16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6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예</a:t>
                      </a:r>
                      <a:r>
                        <a:rPr lang="en-US" altLang="ko-KR" sz="16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) username=</a:t>
                      </a:r>
                      <a:r>
                        <a:rPr lang="en-US" altLang="ko-KR" sz="1600" dirty="0" err="1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amdin&amp;password</a:t>
                      </a:r>
                      <a:r>
                        <a:rPr lang="en-US" altLang="ko-KR" sz="16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=password</a:t>
                      </a:r>
                      <a:r>
                        <a:rPr lang="ko-KR" altLang="en-US" sz="16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6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lang="en-US" altLang="ko-KR" sz="1600" dirty="0" err="1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user_token</a:t>
                      </a:r>
                      <a:r>
                        <a:rPr lang="en-US" altLang="ko-KR" sz="16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=4b39</a:t>
                      </a:r>
                      <a:endParaRPr lang="ko-KR" altLang="en-US" sz="16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256148"/>
                  </a:ext>
                </a:extLst>
              </a:tr>
              <a:tr h="5316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Multipart/form-data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파일 등의 바이너리 데이터를 전송 시 사용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293843"/>
                  </a:ext>
                </a:extLst>
              </a:tr>
              <a:tr h="5316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Application/</a:t>
                      </a:r>
                      <a:r>
                        <a:rPr lang="en-US" altLang="ko-K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JSON </a:t>
                      </a:r>
                      <a:r>
                        <a:rPr lang="ko-KR" altLang="en-US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데이터를 전송 시 사용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225409"/>
                  </a:ext>
                </a:extLst>
              </a:tr>
              <a:tr h="5316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Text/xml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XML</a:t>
                      </a:r>
                      <a:r>
                        <a:rPr lang="en-US" altLang="ko-KR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데이터를 전송 시 사용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910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766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5F0AB87-0E8E-C0A9-99BE-B10280957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X-XSS-Protection : 1 : mode=block 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7F469BB-4FC2-961A-1955-2B71A6CD9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29" y="1494746"/>
            <a:ext cx="10515600" cy="5766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Reflect XSS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공격이 탐지되었을 때 웹 페이지 로딩을 막아 줌 </a:t>
            </a:r>
          </a:p>
        </p:txBody>
      </p:sp>
    </p:spTree>
    <p:extLst>
      <p:ext uri="{BB962C8B-B14F-4D97-AF65-F5344CB8AC3E}">
        <p14:creationId xmlns:p14="http://schemas.microsoft.com/office/powerpoint/2010/main" val="2762058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5F0AB87-0E8E-C0A9-99BE-B10280957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X-Content-Type-Options : </a:t>
            </a:r>
            <a:r>
              <a:rPr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nosniff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7F469BB-4FC2-961A-1955-2B71A6CD9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29" y="1494746"/>
            <a:ext cx="10515600" cy="50926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MIME </a:t>
            </a:r>
            <a:r>
              <a:rPr lang="en-US" altLang="ko-KR" sz="20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sniffin</a:t>
            </a:r>
            <a:r>
              <a:rPr lang="ko-KR" altLang="en-US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을 차단하기 위해 사용하는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header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MIME Sniffing(Content sniffing)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- </a:t>
            </a:r>
            <a:r>
              <a:rPr lang="ko-KR" altLang="en-US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파일의 실제 내용과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Content-Type</a:t>
            </a:r>
            <a:r>
              <a:rPr lang="ko-KR" altLang="en-US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에 설정된 내용이 다른 경우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파일의 내용으로부터 파일의 </a:t>
            </a:r>
            <a:endParaRPr lang="en-US" altLang="ko-KR" sz="20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</a:t>
            </a:r>
            <a:r>
              <a:rPr lang="ko-KR" altLang="en-US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형식을 추측하여 실행하는 것 </a:t>
            </a:r>
            <a:endParaRPr lang="en-US" altLang="ko-KR" sz="20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- </a:t>
            </a:r>
            <a:r>
              <a:rPr lang="ko-KR" altLang="en-US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편리함을 위해 개발된 웹 브라우저의 기능이지만 공격자에게 악용될 수 있음 </a:t>
            </a:r>
            <a:endParaRPr lang="en-US" altLang="ko-KR" sz="20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(</a:t>
            </a:r>
            <a:r>
              <a:rPr lang="ko-KR" altLang="en-US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 </a:t>
            </a:r>
            <a:r>
              <a:rPr lang="ko-KR" altLang="en-US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공격자가 스크립트 코드를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jpg, </a:t>
            </a:r>
            <a:r>
              <a:rPr lang="en-US" altLang="ko-KR" sz="20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png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등 이미지 파일로 만들어 업로드 할 경우 </a:t>
            </a:r>
            <a:endParaRPr lang="en-US" altLang="ko-KR" sz="20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     </a:t>
            </a:r>
            <a:r>
              <a:rPr lang="ko-KR" altLang="en-US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파일을 읽는 사용자의 웹 브라우저는 이미지 파일을 요청하더라도 스크립트를 실행</a:t>
            </a:r>
            <a:endParaRPr lang="en-US" altLang="ko-KR" sz="20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6083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389</Words>
  <Application>Microsoft Office PowerPoint</Application>
  <PresentationFormat>와이드스크린</PresentationFormat>
  <Paragraphs>47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함초롬바탕</vt:lpstr>
      <vt:lpstr>Arial</vt:lpstr>
      <vt:lpstr>Times New Roman</vt:lpstr>
      <vt:lpstr>Office 테마</vt:lpstr>
      <vt:lpstr>User-Agent</vt:lpstr>
      <vt:lpstr>Accept: text/html, application/xtml+xml</vt:lpstr>
      <vt:lpstr>Referer</vt:lpstr>
      <vt:lpstr>Content-Type, Content-Length</vt:lpstr>
      <vt:lpstr>X-XSS-Protection : 1 : mode=block </vt:lpstr>
      <vt:lpstr>X-Content-Type-Options : nosniff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Referer</dc:title>
  <dc:creator>Kwon Sora</dc:creator>
  <cp:lastModifiedBy>Kwon Sora</cp:lastModifiedBy>
  <cp:revision>6</cp:revision>
  <dcterms:created xsi:type="dcterms:W3CDTF">2023-04-20T23:24:34Z</dcterms:created>
  <dcterms:modified xsi:type="dcterms:W3CDTF">2023-04-21T05:45:53Z</dcterms:modified>
</cp:coreProperties>
</file>