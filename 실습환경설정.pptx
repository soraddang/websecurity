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4" r:id="rId2"/>
    <p:sldId id="265" r:id="rId3"/>
    <p:sldId id="266" r:id="rId4"/>
  </p:sldIdLst>
  <p:sldSz cx="12192000" cy="6858000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C0C2DB28-0373-4762-B6A2-2DB02A37C753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9C79E8C6-F7DF-4695-8CDA-AEE718CE48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71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399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95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03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78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11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88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82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1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37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61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5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56E6E-412E-478C-8D42-B9B1AADA10F1}" type="datetimeFigureOut">
              <a:rPr lang="ko-KR" altLang="en-US" smtClean="0"/>
              <a:t>2023-04-25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6D315-E398-4690-95FE-36471352D0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9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ourceforge.net/projects/metasploitab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831" y="1947497"/>
            <a:ext cx="8335061" cy="4762187"/>
          </a:xfrm>
          <a:prstGeom prst="rect">
            <a:avLst/>
          </a:prstGeom>
        </p:spPr>
      </p:pic>
      <p:sp>
        <p:nvSpPr>
          <p:cNvPr id="3" name="내용 개체 틀 4"/>
          <p:cNvSpPr txBox="1">
            <a:spLocks/>
          </p:cNvSpPr>
          <p:nvPr/>
        </p:nvSpPr>
        <p:spPr>
          <a:xfrm>
            <a:off x="1333568" y="1067423"/>
            <a:ext cx="9788899" cy="15091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https://www.vmware.com/kr/products/workstation-pro/workstation-pro-evaluation.html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 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VMware-workstation-full-17.0.0-XXXX.exe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5619" y="396554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다운로드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endParaRPr lang="ko-KR" altLang="en-US" sz="2400" b="1"/>
          </a:p>
        </p:txBody>
      </p:sp>
      <p:sp>
        <p:nvSpPr>
          <p:cNvPr id="5" name="직사각형 4"/>
          <p:cNvSpPr/>
          <p:nvPr/>
        </p:nvSpPr>
        <p:spPr>
          <a:xfrm>
            <a:off x="2070848" y="5582491"/>
            <a:ext cx="3926541" cy="979673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438" y="5190155"/>
            <a:ext cx="783580" cy="7846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72158" y="377921"/>
            <a:ext cx="4982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254125" algn="l"/>
              </a:tabLst>
            </a:pPr>
            <a:r>
              <a:rPr lang="en-US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VMware Workstation Pro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149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ko-KR" altLang="en-US" sz="240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959224" y="1267088"/>
            <a:ext cx="8389845" cy="150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https://old.kali.org/kali-images/kali-2022.4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ko-K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kali-linux-2022.4-vmware-amd64.7z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" y="513492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다운로드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endParaRPr lang="ko-KR" altLang="en-US" sz="2400" b="1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2651"/>
            <a:ext cx="10704138" cy="266458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838200" y="3935505"/>
            <a:ext cx="3984812" cy="331695"/>
          </a:xfrm>
          <a:prstGeom prst="rect">
            <a:avLst/>
          </a:prstGeom>
          <a:noFill/>
          <a:ln w="317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5" y="3699459"/>
            <a:ext cx="633633" cy="6345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05542" y="490431"/>
            <a:ext cx="2159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254125" algn="l"/>
              </a:tabLst>
            </a:pPr>
            <a:r>
              <a:rPr lang="en-US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Kali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36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67167" y="1295750"/>
            <a:ext cx="7886700" cy="4351338"/>
          </a:xfrm>
        </p:spPr>
        <p:txBody>
          <a:bodyPr/>
          <a:lstStyle/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://sourceforge.net/projects/metasploitable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metasploitable-linux-2.0.0.zip</a:t>
            </a:r>
            <a:endParaRPr lang="en-US" altLang="ko-K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856" y="2534773"/>
            <a:ext cx="7109011" cy="38609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842929" y="5704878"/>
            <a:ext cx="2867588" cy="690824"/>
          </a:xfrm>
          <a:prstGeom prst="rect">
            <a:avLst/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838" y="6130664"/>
            <a:ext cx="609600" cy="610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67167" y="477755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다운로드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 </a:t>
            </a: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endParaRPr lang="ko-KR" altLang="en-US" sz="2400" b="1"/>
          </a:p>
        </p:txBody>
      </p:sp>
      <p:sp>
        <p:nvSpPr>
          <p:cNvPr id="7" name="TextBox 6"/>
          <p:cNvSpPr txBox="1"/>
          <p:nvPr/>
        </p:nvSpPr>
        <p:spPr>
          <a:xfrm>
            <a:off x="4153826" y="433889"/>
            <a:ext cx="354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254125" algn="l"/>
              </a:tabLst>
            </a:pPr>
            <a:r>
              <a:rPr lang="en-US" altLang="ko-K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Metasploitable</a:t>
            </a:r>
            <a:r>
              <a:rPr lang="en-US" altLang="ko-K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110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36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함초롬바탕</vt:lpstr>
      <vt:lpstr>Arial</vt:lpstr>
      <vt:lpstr>Times New Roman</vt:lpstr>
      <vt:lpstr>Wingdings</vt:lpstr>
      <vt:lpstr>Office 테마</vt:lpstr>
      <vt:lpstr>PowerPoint 프레젠테이션</vt:lpstr>
      <vt:lpstr> 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15</cp:revision>
  <cp:lastPrinted>2023-04-25T03:27:14Z</cp:lastPrinted>
  <dcterms:created xsi:type="dcterms:W3CDTF">2023-03-19T22:39:25Z</dcterms:created>
  <dcterms:modified xsi:type="dcterms:W3CDTF">2023-04-25T03:27:30Z</dcterms:modified>
</cp:coreProperties>
</file>